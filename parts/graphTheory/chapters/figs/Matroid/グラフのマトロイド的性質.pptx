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451600" cy="93218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2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633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16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63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61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08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4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858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045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657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7455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948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61464-29E5-450B-9AB2-494D0321A6DF}" type="datetimeFigureOut">
              <a:rPr kumimoji="1" lang="ja-JP" altLang="en-US" smtClean="0"/>
              <a:t>2018/7/10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D9720-D94E-4BE1-90D3-93CDAAB6D6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95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625E9204-60FB-4E25-A4CF-6BC0ADBC0364}"/>
              </a:ext>
            </a:extLst>
          </p:cNvPr>
          <p:cNvSpPr/>
          <p:nvPr/>
        </p:nvSpPr>
        <p:spPr>
          <a:xfrm>
            <a:off x="726047" y="1342087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39BB77A8-62EA-441C-A08D-EBEBBE8E9A9D}"/>
              </a:ext>
            </a:extLst>
          </p:cNvPr>
          <p:cNvSpPr/>
          <p:nvPr/>
        </p:nvSpPr>
        <p:spPr>
          <a:xfrm>
            <a:off x="726047" y="2089799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4C5D44F-8A17-40CC-A34A-109984C04C79}"/>
              </a:ext>
            </a:extLst>
          </p:cNvPr>
          <p:cNvSpPr/>
          <p:nvPr/>
        </p:nvSpPr>
        <p:spPr>
          <a:xfrm>
            <a:off x="1397560" y="1342087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884DBEA-E9B0-4045-8E09-9E7B1EAFA27D}"/>
              </a:ext>
            </a:extLst>
          </p:cNvPr>
          <p:cNvSpPr/>
          <p:nvPr/>
        </p:nvSpPr>
        <p:spPr>
          <a:xfrm>
            <a:off x="1397560" y="2089799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D8A8BFC-54F5-47DE-98FC-1D18CBCDA18C}"/>
              </a:ext>
            </a:extLst>
          </p:cNvPr>
          <p:cNvSpPr/>
          <p:nvPr/>
        </p:nvSpPr>
        <p:spPr>
          <a:xfrm>
            <a:off x="2016685" y="1715943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065F4F2-FDF0-4C09-B8CF-C1508A639E64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832297" y="1395212"/>
            <a:ext cx="56526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9C556F8-8B4A-42C5-96E2-166866A8895C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779172" y="1448337"/>
            <a:ext cx="0" cy="64146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4FD63E9-5AD9-496F-8329-3BE31B44AA4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832297" y="2142924"/>
            <a:ext cx="56526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25112F4-6606-4384-9148-7BE76F98D709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1488250" y="1432776"/>
            <a:ext cx="543995" cy="29872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DC389D9E-B21D-4F8B-AD58-17BE195CFB93}"/>
                  </a:ext>
                </a:extLst>
              </p:cNvPr>
              <p:cNvSpPr txBox="1"/>
              <p:nvPr/>
            </p:nvSpPr>
            <p:spPr>
              <a:xfrm>
                <a:off x="1001940" y="1134337"/>
                <a:ext cx="226793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ja-JP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sz="1350" i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DC389D9E-B21D-4F8B-AD58-17BE195CF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940" y="1134337"/>
                <a:ext cx="226793" cy="207749"/>
              </a:xfrm>
              <a:prstGeom prst="rect">
                <a:avLst/>
              </a:prstGeom>
              <a:blipFill>
                <a:blip r:embed="rId2"/>
                <a:stretch>
                  <a:fillRect l="-7895" r="-2632" b="-147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B629487F-B0FB-4D34-AAB0-F38ABC4D7173}"/>
                  </a:ext>
                </a:extLst>
              </p:cNvPr>
              <p:cNvSpPr txBox="1"/>
              <p:nvPr/>
            </p:nvSpPr>
            <p:spPr>
              <a:xfrm>
                <a:off x="864968" y="1882049"/>
                <a:ext cx="214611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sz="1350" i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B629487F-B0FB-4D34-AAB0-F38ABC4D7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68" y="1882049"/>
                <a:ext cx="214611" cy="207749"/>
              </a:xfrm>
              <a:prstGeom prst="rect">
                <a:avLst/>
              </a:prstGeom>
              <a:blipFill>
                <a:blip r:embed="rId3"/>
                <a:stretch>
                  <a:fillRect l="-17143" r="-5714" b="-147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4F96062-33CE-4C18-9A6A-847885BCD53A}"/>
              </a:ext>
            </a:extLst>
          </p:cNvPr>
          <p:cNvCxnSpPr>
            <a:stCxn id="7" idx="7"/>
            <a:endCxn id="8" idx="3"/>
          </p:cNvCxnSpPr>
          <p:nvPr/>
        </p:nvCxnSpPr>
        <p:spPr>
          <a:xfrm flipV="1">
            <a:off x="1488250" y="1806632"/>
            <a:ext cx="543995" cy="2987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8E8AF32B-456C-4743-B458-0E4713A48BDA}"/>
                  </a:ext>
                </a:extLst>
              </p:cNvPr>
              <p:cNvSpPr/>
              <p:nvPr/>
            </p:nvSpPr>
            <p:spPr>
              <a:xfrm>
                <a:off x="1693029" y="1882048"/>
                <a:ext cx="407419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35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ja-JP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sz="1350" i="1" dirty="0"/>
              </a:p>
            </p:txBody>
          </p:sp>
        </mc:Choice>
        <mc:Fallback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8E8AF32B-456C-4743-B458-0E4713A48B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029" y="1882048"/>
                <a:ext cx="407419" cy="3000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C5B252E6-FB46-4E67-9741-EAB54AA2526D}"/>
              </a:ext>
            </a:extLst>
          </p:cNvPr>
          <p:cNvSpPr/>
          <p:nvPr/>
        </p:nvSpPr>
        <p:spPr>
          <a:xfrm>
            <a:off x="187110" y="1428751"/>
            <a:ext cx="1236878" cy="1306256"/>
          </a:xfrm>
          <a:custGeom>
            <a:avLst/>
            <a:gdLst>
              <a:gd name="connsiteX0" fmla="*/ 1649171 w 1649171"/>
              <a:gd name="connsiteY0" fmla="*/ 1022350 h 1741675"/>
              <a:gd name="connsiteX1" fmla="*/ 1280871 w 1649171"/>
              <a:gd name="connsiteY1" fmla="*/ 1555750 h 1741675"/>
              <a:gd name="connsiteX2" fmla="*/ 658571 w 1649171"/>
              <a:gd name="connsiteY2" fmla="*/ 1739900 h 1741675"/>
              <a:gd name="connsiteX3" fmla="*/ 125171 w 1649171"/>
              <a:gd name="connsiteY3" fmla="*/ 1466850 h 1741675"/>
              <a:gd name="connsiteX4" fmla="*/ 4521 w 1649171"/>
              <a:gd name="connsiteY4" fmla="*/ 806450 h 1741675"/>
              <a:gd name="connsiteX5" fmla="*/ 226771 w 1649171"/>
              <a:gd name="connsiteY5" fmla="*/ 317500 h 1741675"/>
              <a:gd name="connsiteX6" fmla="*/ 722071 w 1649171"/>
              <a:gd name="connsiteY6" fmla="*/ 0 h 174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9171" h="1741675">
                <a:moveTo>
                  <a:pt x="1649171" y="1022350"/>
                </a:moveTo>
                <a:cubicBezTo>
                  <a:pt x="1547571" y="1229254"/>
                  <a:pt x="1445971" y="1436158"/>
                  <a:pt x="1280871" y="1555750"/>
                </a:cubicBezTo>
                <a:cubicBezTo>
                  <a:pt x="1115771" y="1675342"/>
                  <a:pt x="851188" y="1754717"/>
                  <a:pt x="658571" y="1739900"/>
                </a:cubicBezTo>
                <a:cubicBezTo>
                  <a:pt x="465954" y="1725083"/>
                  <a:pt x="234179" y="1622425"/>
                  <a:pt x="125171" y="1466850"/>
                </a:cubicBezTo>
                <a:cubicBezTo>
                  <a:pt x="16163" y="1311275"/>
                  <a:pt x="-12412" y="998008"/>
                  <a:pt x="4521" y="806450"/>
                </a:cubicBezTo>
                <a:cubicBezTo>
                  <a:pt x="21454" y="614892"/>
                  <a:pt x="107179" y="451908"/>
                  <a:pt x="226771" y="317500"/>
                </a:cubicBezTo>
                <a:cubicBezTo>
                  <a:pt x="346363" y="183092"/>
                  <a:pt x="638463" y="46567"/>
                  <a:pt x="722071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28" name="フリーフォーム: 図形 27">
            <a:extLst>
              <a:ext uri="{FF2B5EF4-FFF2-40B4-BE49-F238E27FC236}">
                <a16:creationId xmlns:a16="http://schemas.microsoft.com/office/drawing/2014/main" id="{20569D5F-8C57-4E8E-AEB7-1E86B45B71D0}"/>
              </a:ext>
            </a:extLst>
          </p:cNvPr>
          <p:cNvSpPr/>
          <p:nvPr/>
        </p:nvSpPr>
        <p:spPr>
          <a:xfrm>
            <a:off x="692463" y="2176463"/>
            <a:ext cx="431487" cy="471701"/>
          </a:xfrm>
          <a:custGeom>
            <a:avLst/>
            <a:gdLst>
              <a:gd name="connsiteX0" fmla="*/ 41916 w 575316"/>
              <a:gd name="connsiteY0" fmla="*/ 0 h 628935"/>
              <a:gd name="connsiteX1" fmla="*/ 3816 w 575316"/>
              <a:gd name="connsiteY1" fmla="*/ 317500 h 628935"/>
              <a:gd name="connsiteX2" fmla="*/ 124466 w 575316"/>
              <a:gd name="connsiteY2" fmla="*/ 565150 h 628935"/>
              <a:gd name="connsiteX3" fmla="*/ 397516 w 575316"/>
              <a:gd name="connsiteY3" fmla="*/ 628650 h 628935"/>
              <a:gd name="connsiteX4" fmla="*/ 575316 w 575316"/>
              <a:gd name="connsiteY4" fmla="*/ 584200 h 62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316" h="628935">
                <a:moveTo>
                  <a:pt x="41916" y="0"/>
                </a:moveTo>
                <a:cubicBezTo>
                  <a:pt x="15987" y="111654"/>
                  <a:pt x="-9942" y="223308"/>
                  <a:pt x="3816" y="317500"/>
                </a:cubicBezTo>
                <a:cubicBezTo>
                  <a:pt x="17574" y="411692"/>
                  <a:pt x="58849" y="513292"/>
                  <a:pt x="124466" y="565150"/>
                </a:cubicBezTo>
                <a:cubicBezTo>
                  <a:pt x="190083" y="617008"/>
                  <a:pt x="322374" y="625475"/>
                  <a:pt x="397516" y="628650"/>
                </a:cubicBezTo>
                <a:cubicBezTo>
                  <a:pt x="472658" y="631825"/>
                  <a:pt x="523987" y="608012"/>
                  <a:pt x="575316" y="5842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29" name="フリーフォーム: 図形 28">
            <a:extLst>
              <a:ext uri="{FF2B5EF4-FFF2-40B4-BE49-F238E27FC236}">
                <a16:creationId xmlns:a16="http://schemas.microsoft.com/office/drawing/2014/main" id="{D1AC855F-0AD9-48BC-89E0-9B909506130E}"/>
              </a:ext>
            </a:extLst>
          </p:cNvPr>
          <p:cNvSpPr/>
          <p:nvPr/>
        </p:nvSpPr>
        <p:spPr>
          <a:xfrm>
            <a:off x="1462087" y="1093916"/>
            <a:ext cx="780170" cy="625347"/>
          </a:xfrm>
          <a:custGeom>
            <a:avLst/>
            <a:gdLst>
              <a:gd name="connsiteX0" fmla="*/ 850900 w 1040226"/>
              <a:gd name="connsiteY0" fmla="*/ 833796 h 833796"/>
              <a:gd name="connsiteX1" fmla="*/ 1028700 w 1040226"/>
              <a:gd name="connsiteY1" fmla="*/ 649646 h 833796"/>
              <a:gd name="connsiteX2" fmla="*/ 990600 w 1040226"/>
              <a:gd name="connsiteY2" fmla="*/ 274996 h 833796"/>
              <a:gd name="connsiteX3" fmla="*/ 730250 w 1040226"/>
              <a:gd name="connsiteY3" fmla="*/ 14646 h 833796"/>
              <a:gd name="connsiteX4" fmla="*/ 292100 w 1040226"/>
              <a:gd name="connsiteY4" fmla="*/ 65446 h 833796"/>
              <a:gd name="connsiteX5" fmla="*/ 0 w 1040226"/>
              <a:gd name="connsiteY5" fmla="*/ 338496 h 83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0226" h="833796">
                <a:moveTo>
                  <a:pt x="850900" y="833796"/>
                </a:moveTo>
                <a:cubicBezTo>
                  <a:pt x="928158" y="788287"/>
                  <a:pt x="1005417" y="742779"/>
                  <a:pt x="1028700" y="649646"/>
                </a:cubicBezTo>
                <a:cubicBezTo>
                  <a:pt x="1051983" y="556513"/>
                  <a:pt x="1040342" y="380829"/>
                  <a:pt x="990600" y="274996"/>
                </a:cubicBezTo>
                <a:cubicBezTo>
                  <a:pt x="940858" y="169163"/>
                  <a:pt x="846667" y="49571"/>
                  <a:pt x="730250" y="14646"/>
                </a:cubicBezTo>
                <a:cubicBezTo>
                  <a:pt x="613833" y="-20279"/>
                  <a:pt x="413808" y="11471"/>
                  <a:pt x="292100" y="65446"/>
                </a:cubicBezTo>
                <a:cubicBezTo>
                  <a:pt x="170392" y="119421"/>
                  <a:pt x="85196" y="228958"/>
                  <a:pt x="0" y="338496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1460A932-6D67-4F28-A8AA-AA238E9AAE80}"/>
                  </a:ext>
                </a:extLst>
              </p:cNvPr>
              <p:cNvSpPr txBox="1"/>
              <p:nvPr/>
            </p:nvSpPr>
            <p:spPr>
              <a:xfrm>
                <a:off x="304766" y="2741682"/>
                <a:ext cx="71282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050" i="1">
                            <a:latin typeface="Cambria Math" panose="02040503050406030204" pitchFamily="18" charset="0"/>
                            <a:ea typeface="ＭＳ 明朝" panose="02020609040205080304" pitchFamily="17" charset="-128"/>
                          </a:rPr>
                        </m:ctrlPr>
                      </m:sSubPr>
                      <m:e>
                        <m:r>
                          <a:rPr lang="en-US" altLang="ja-JP" sz="1050" i="1">
                            <a:latin typeface="Cambria Math" panose="02040503050406030204" pitchFamily="18" charset="0"/>
                            <a:ea typeface="ＭＳ 明朝" panose="02020609040205080304" pitchFamily="17" charset="-128"/>
                          </a:rPr>
                          <m:t>𝑇</m:t>
                        </m:r>
                      </m:e>
                      <m:sub>
                        <m:r>
                          <a:rPr lang="en-US" altLang="ja-JP" sz="1050" i="1">
                            <a:latin typeface="Cambria Math" panose="02040503050406030204" pitchFamily="18" charset="0"/>
                            <a:ea typeface="ＭＳ 明朝" panose="02020609040205080304" pitchFamily="17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1050" dirty="0"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上の道</a:t>
                </a:r>
              </a:p>
            </p:txBody>
          </p:sp>
        </mc:Choice>
        <mc:Fallback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1460A932-6D67-4F28-A8AA-AA238E9AA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66" y="2741682"/>
                <a:ext cx="712824" cy="253916"/>
              </a:xfrm>
              <a:prstGeom prst="rect">
                <a:avLst/>
              </a:prstGeom>
              <a:blipFill>
                <a:blip r:embed="rId5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楕円 30">
            <a:extLst>
              <a:ext uri="{FF2B5EF4-FFF2-40B4-BE49-F238E27FC236}">
                <a16:creationId xmlns:a16="http://schemas.microsoft.com/office/drawing/2014/main" id="{3E9706B8-5511-4AA2-B8AE-487BAC357EE8}"/>
              </a:ext>
            </a:extLst>
          </p:cNvPr>
          <p:cNvSpPr/>
          <p:nvPr/>
        </p:nvSpPr>
        <p:spPr>
          <a:xfrm>
            <a:off x="3542267" y="1342087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76FD3875-A4C6-4D5B-9A8B-1EC6D63A8EC4}"/>
              </a:ext>
            </a:extLst>
          </p:cNvPr>
          <p:cNvSpPr/>
          <p:nvPr/>
        </p:nvSpPr>
        <p:spPr>
          <a:xfrm>
            <a:off x="3542267" y="2089799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F8786870-71DF-4F89-B5DC-3D208D556C0C}"/>
              </a:ext>
            </a:extLst>
          </p:cNvPr>
          <p:cNvSpPr/>
          <p:nvPr/>
        </p:nvSpPr>
        <p:spPr>
          <a:xfrm>
            <a:off x="4213780" y="1342087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18970A2C-3F84-4643-BD1C-F742C75FD66D}"/>
              </a:ext>
            </a:extLst>
          </p:cNvPr>
          <p:cNvSpPr/>
          <p:nvPr/>
        </p:nvSpPr>
        <p:spPr>
          <a:xfrm>
            <a:off x="4213780" y="2089799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0791DE8A-F924-4D87-A4B6-4D75E7CDA978}"/>
              </a:ext>
            </a:extLst>
          </p:cNvPr>
          <p:cNvSpPr/>
          <p:nvPr/>
        </p:nvSpPr>
        <p:spPr>
          <a:xfrm>
            <a:off x="4832905" y="1715943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36EA1328-CBAC-49DD-800C-D95143AD7FF7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>
            <a:off x="3648517" y="1395212"/>
            <a:ext cx="56526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0C791F0F-3D5A-47E0-AFDB-8D7E8870447E}"/>
              </a:ext>
            </a:extLst>
          </p:cNvPr>
          <p:cNvCxnSpPr>
            <a:cxnSpLocks/>
            <a:stCxn id="31" idx="4"/>
            <a:endCxn id="32" idx="0"/>
          </p:cNvCxnSpPr>
          <p:nvPr/>
        </p:nvCxnSpPr>
        <p:spPr>
          <a:xfrm>
            <a:off x="3595392" y="1448337"/>
            <a:ext cx="0" cy="64146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B1C65474-E0C6-408C-8C51-4C6539D3F945}"/>
              </a:ext>
            </a:extLst>
          </p:cNvPr>
          <p:cNvCxnSpPr>
            <a:cxnSpLocks/>
            <a:stCxn id="32" idx="6"/>
            <a:endCxn id="34" idx="2"/>
          </p:cNvCxnSpPr>
          <p:nvPr/>
        </p:nvCxnSpPr>
        <p:spPr>
          <a:xfrm>
            <a:off x="3648517" y="2142924"/>
            <a:ext cx="56526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DD3ED1D0-A2C0-41A8-9A4B-F0676A455A46}"/>
              </a:ext>
            </a:extLst>
          </p:cNvPr>
          <p:cNvCxnSpPr>
            <a:cxnSpLocks/>
            <a:stCxn id="33" idx="5"/>
            <a:endCxn id="35" idx="1"/>
          </p:cNvCxnSpPr>
          <p:nvPr/>
        </p:nvCxnSpPr>
        <p:spPr>
          <a:xfrm>
            <a:off x="4304470" y="1432776"/>
            <a:ext cx="543995" cy="29872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288D7947-935D-47E7-BAF0-AC25330ED3E7}"/>
                  </a:ext>
                </a:extLst>
              </p:cNvPr>
              <p:cNvSpPr txBox="1"/>
              <p:nvPr/>
            </p:nvSpPr>
            <p:spPr>
              <a:xfrm>
                <a:off x="3818160" y="1134337"/>
                <a:ext cx="226793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35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ja-JP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sz="1350" i="1" dirty="0"/>
              </a:p>
            </p:txBody>
          </p:sp>
        </mc:Choice>
        <mc:Fallback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288D7947-935D-47E7-BAF0-AC25330ED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160" y="1134337"/>
                <a:ext cx="226793" cy="207749"/>
              </a:xfrm>
              <a:prstGeom prst="rect">
                <a:avLst/>
              </a:prstGeom>
              <a:blipFill>
                <a:blip r:embed="rId6"/>
                <a:stretch>
                  <a:fillRect l="-7895" r="-2632" b="-147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E895B6B2-8ECF-474B-ACB3-19F7658722FA}"/>
                  </a:ext>
                </a:extLst>
              </p:cNvPr>
              <p:cNvSpPr txBox="1"/>
              <p:nvPr/>
            </p:nvSpPr>
            <p:spPr>
              <a:xfrm>
                <a:off x="3681188" y="1882049"/>
                <a:ext cx="214611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sz="1350" i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E895B6B2-8ECF-474B-ACB3-19F765872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188" y="1882049"/>
                <a:ext cx="214611" cy="207749"/>
              </a:xfrm>
              <a:prstGeom prst="rect">
                <a:avLst/>
              </a:prstGeom>
              <a:blipFill>
                <a:blip r:embed="rId3"/>
                <a:stretch>
                  <a:fillRect l="-17143" r="-5714" b="-147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AD75422C-5416-4ABA-A6EC-2CD960E1CB1B}"/>
              </a:ext>
            </a:extLst>
          </p:cNvPr>
          <p:cNvSpPr/>
          <p:nvPr/>
        </p:nvSpPr>
        <p:spPr>
          <a:xfrm>
            <a:off x="3003330" y="1428751"/>
            <a:ext cx="1236878" cy="1306256"/>
          </a:xfrm>
          <a:custGeom>
            <a:avLst/>
            <a:gdLst>
              <a:gd name="connsiteX0" fmla="*/ 1649171 w 1649171"/>
              <a:gd name="connsiteY0" fmla="*/ 1022350 h 1741675"/>
              <a:gd name="connsiteX1" fmla="*/ 1280871 w 1649171"/>
              <a:gd name="connsiteY1" fmla="*/ 1555750 h 1741675"/>
              <a:gd name="connsiteX2" fmla="*/ 658571 w 1649171"/>
              <a:gd name="connsiteY2" fmla="*/ 1739900 h 1741675"/>
              <a:gd name="connsiteX3" fmla="*/ 125171 w 1649171"/>
              <a:gd name="connsiteY3" fmla="*/ 1466850 h 1741675"/>
              <a:gd name="connsiteX4" fmla="*/ 4521 w 1649171"/>
              <a:gd name="connsiteY4" fmla="*/ 806450 h 1741675"/>
              <a:gd name="connsiteX5" fmla="*/ 226771 w 1649171"/>
              <a:gd name="connsiteY5" fmla="*/ 317500 h 1741675"/>
              <a:gd name="connsiteX6" fmla="*/ 722071 w 1649171"/>
              <a:gd name="connsiteY6" fmla="*/ 0 h 174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9171" h="1741675">
                <a:moveTo>
                  <a:pt x="1649171" y="1022350"/>
                </a:moveTo>
                <a:cubicBezTo>
                  <a:pt x="1547571" y="1229254"/>
                  <a:pt x="1445971" y="1436158"/>
                  <a:pt x="1280871" y="1555750"/>
                </a:cubicBezTo>
                <a:cubicBezTo>
                  <a:pt x="1115771" y="1675342"/>
                  <a:pt x="851188" y="1754717"/>
                  <a:pt x="658571" y="1739900"/>
                </a:cubicBezTo>
                <a:cubicBezTo>
                  <a:pt x="465954" y="1725083"/>
                  <a:pt x="234179" y="1622425"/>
                  <a:pt x="125171" y="1466850"/>
                </a:cubicBezTo>
                <a:cubicBezTo>
                  <a:pt x="16163" y="1311275"/>
                  <a:pt x="-12412" y="998008"/>
                  <a:pt x="4521" y="806450"/>
                </a:cubicBezTo>
                <a:cubicBezTo>
                  <a:pt x="21454" y="614892"/>
                  <a:pt x="107179" y="451908"/>
                  <a:pt x="226771" y="317500"/>
                </a:cubicBezTo>
                <a:cubicBezTo>
                  <a:pt x="346363" y="183092"/>
                  <a:pt x="638463" y="46567"/>
                  <a:pt x="722071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45" name="フリーフォーム: 図形 44">
            <a:extLst>
              <a:ext uri="{FF2B5EF4-FFF2-40B4-BE49-F238E27FC236}">
                <a16:creationId xmlns:a16="http://schemas.microsoft.com/office/drawing/2014/main" id="{9ED160BA-6FD5-45B5-9E3B-750506AD49A6}"/>
              </a:ext>
            </a:extLst>
          </p:cNvPr>
          <p:cNvSpPr/>
          <p:nvPr/>
        </p:nvSpPr>
        <p:spPr>
          <a:xfrm>
            <a:off x="3508683" y="2176463"/>
            <a:ext cx="431487" cy="471701"/>
          </a:xfrm>
          <a:custGeom>
            <a:avLst/>
            <a:gdLst>
              <a:gd name="connsiteX0" fmla="*/ 41916 w 575316"/>
              <a:gd name="connsiteY0" fmla="*/ 0 h 628935"/>
              <a:gd name="connsiteX1" fmla="*/ 3816 w 575316"/>
              <a:gd name="connsiteY1" fmla="*/ 317500 h 628935"/>
              <a:gd name="connsiteX2" fmla="*/ 124466 w 575316"/>
              <a:gd name="connsiteY2" fmla="*/ 565150 h 628935"/>
              <a:gd name="connsiteX3" fmla="*/ 397516 w 575316"/>
              <a:gd name="connsiteY3" fmla="*/ 628650 h 628935"/>
              <a:gd name="connsiteX4" fmla="*/ 575316 w 575316"/>
              <a:gd name="connsiteY4" fmla="*/ 584200 h 62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316" h="628935">
                <a:moveTo>
                  <a:pt x="41916" y="0"/>
                </a:moveTo>
                <a:cubicBezTo>
                  <a:pt x="15987" y="111654"/>
                  <a:pt x="-9942" y="223308"/>
                  <a:pt x="3816" y="317500"/>
                </a:cubicBezTo>
                <a:cubicBezTo>
                  <a:pt x="17574" y="411692"/>
                  <a:pt x="58849" y="513292"/>
                  <a:pt x="124466" y="565150"/>
                </a:cubicBezTo>
                <a:cubicBezTo>
                  <a:pt x="190083" y="617008"/>
                  <a:pt x="322374" y="625475"/>
                  <a:pt x="397516" y="628650"/>
                </a:cubicBezTo>
                <a:cubicBezTo>
                  <a:pt x="472658" y="631825"/>
                  <a:pt x="523987" y="608012"/>
                  <a:pt x="575316" y="5842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9F539731-0D96-41AD-9AA2-D3BB46EE0EAA}"/>
              </a:ext>
            </a:extLst>
          </p:cNvPr>
          <p:cNvSpPr/>
          <p:nvPr/>
        </p:nvSpPr>
        <p:spPr>
          <a:xfrm>
            <a:off x="4278307" y="1093916"/>
            <a:ext cx="780170" cy="625347"/>
          </a:xfrm>
          <a:custGeom>
            <a:avLst/>
            <a:gdLst>
              <a:gd name="connsiteX0" fmla="*/ 850900 w 1040226"/>
              <a:gd name="connsiteY0" fmla="*/ 833796 h 833796"/>
              <a:gd name="connsiteX1" fmla="*/ 1028700 w 1040226"/>
              <a:gd name="connsiteY1" fmla="*/ 649646 h 833796"/>
              <a:gd name="connsiteX2" fmla="*/ 990600 w 1040226"/>
              <a:gd name="connsiteY2" fmla="*/ 274996 h 833796"/>
              <a:gd name="connsiteX3" fmla="*/ 730250 w 1040226"/>
              <a:gd name="connsiteY3" fmla="*/ 14646 h 833796"/>
              <a:gd name="connsiteX4" fmla="*/ 292100 w 1040226"/>
              <a:gd name="connsiteY4" fmla="*/ 65446 h 833796"/>
              <a:gd name="connsiteX5" fmla="*/ 0 w 1040226"/>
              <a:gd name="connsiteY5" fmla="*/ 338496 h 83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0226" h="833796">
                <a:moveTo>
                  <a:pt x="850900" y="833796"/>
                </a:moveTo>
                <a:cubicBezTo>
                  <a:pt x="928158" y="788287"/>
                  <a:pt x="1005417" y="742779"/>
                  <a:pt x="1028700" y="649646"/>
                </a:cubicBezTo>
                <a:cubicBezTo>
                  <a:pt x="1051983" y="556513"/>
                  <a:pt x="1040342" y="380829"/>
                  <a:pt x="990600" y="274996"/>
                </a:cubicBezTo>
                <a:cubicBezTo>
                  <a:pt x="940858" y="169163"/>
                  <a:pt x="846667" y="49571"/>
                  <a:pt x="730250" y="14646"/>
                </a:cubicBezTo>
                <a:cubicBezTo>
                  <a:pt x="613833" y="-20279"/>
                  <a:pt x="413808" y="11471"/>
                  <a:pt x="292100" y="65446"/>
                </a:cubicBezTo>
                <a:cubicBezTo>
                  <a:pt x="170392" y="119421"/>
                  <a:pt x="85196" y="228958"/>
                  <a:pt x="0" y="338496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B7D33644-170F-41A8-B8FC-382A9D5ED053}"/>
                  </a:ext>
                </a:extLst>
              </p:cNvPr>
              <p:cNvSpPr txBox="1"/>
              <p:nvPr/>
            </p:nvSpPr>
            <p:spPr>
              <a:xfrm>
                <a:off x="3120986" y="2741682"/>
                <a:ext cx="71282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050" i="1">
                            <a:latin typeface="Cambria Math" panose="02040503050406030204" pitchFamily="18" charset="0"/>
                            <a:ea typeface="ＭＳ 明朝" panose="02020609040205080304" pitchFamily="17" charset="-128"/>
                          </a:rPr>
                        </m:ctrlPr>
                      </m:sSubPr>
                      <m:e>
                        <m:r>
                          <a:rPr lang="en-US" altLang="ja-JP" sz="1050" i="1">
                            <a:latin typeface="Cambria Math" panose="02040503050406030204" pitchFamily="18" charset="0"/>
                            <a:ea typeface="ＭＳ 明朝" panose="02020609040205080304" pitchFamily="17" charset="-128"/>
                          </a:rPr>
                          <m:t>𝑇</m:t>
                        </m:r>
                      </m:e>
                      <m:sub>
                        <m:r>
                          <a:rPr lang="en-US" altLang="ja-JP" sz="1050" i="1">
                            <a:latin typeface="Cambria Math" panose="02040503050406030204" pitchFamily="18" charset="0"/>
                            <a:ea typeface="ＭＳ 明朝" panose="02020609040205080304" pitchFamily="17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1050" dirty="0"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上の道</a:t>
                </a:r>
              </a:p>
            </p:txBody>
          </p:sp>
        </mc:Choice>
        <mc:Fallback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B7D33644-170F-41A8-B8FC-382A9D5ED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986" y="2741682"/>
                <a:ext cx="712824" cy="253916"/>
              </a:xfrm>
              <a:prstGeom prst="rect">
                <a:avLst/>
              </a:prstGeom>
              <a:blipFill>
                <a:blip r:embed="rId5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矢印: 右 47">
            <a:extLst>
              <a:ext uri="{FF2B5EF4-FFF2-40B4-BE49-F238E27FC236}">
                <a16:creationId xmlns:a16="http://schemas.microsoft.com/office/drawing/2014/main" id="{9C155EAA-060A-4094-B7D2-9FE9F32D60D8}"/>
              </a:ext>
            </a:extLst>
          </p:cNvPr>
          <p:cNvSpPr/>
          <p:nvPr/>
        </p:nvSpPr>
        <p:spPr>
          <a:xfrm>
            <a:off x="2340151" y="1932304"/>
            <a:ext cx="477830" cy="29872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EFDCAF2B-CFD1-4ED4-BED4-E370D8114C58}"/>
                  </a:ext>
                </a:extLst>
              </p:cNvPr>
              <p:cNvSpPr/>
              <p:nvPr/>
            </p:nvSpPr>
            <p:spPr>
              <a:xfrm>
                <a:off x="4939155" y="2231031"/>
                <a:ext cx="864917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350" dirty="0">
                    <a:ea typeface="ＭＳ 明朝" panose="02020609040205080304" pitchFamily="17" charset="-128"/>
                  </a:rPr>
                  <a:t>新しい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350" i="1">
                            <a:latin typeface="Cambria Math" panose="02040503050406030204" pitchFamily="18" charset="0"/>
                            <a:ea typeface="ＭＳ 明朝" panose="02020609040205080304" pitchFamily="17" charset="-128"/>
                          </a:rPr>
                        </m:ctrlPr>
                      </m:sSubPr>
                      <m:e>
                        <m:r>
                          <a:rPr lang="en-US" altLang="ja-JP" sz="1350" i="1">
                            <a:latin typeface="Cambria Math" panose="02040503050406030204" pitchFamily="18" charset="0"/>
                            <a:ea typeface="ＭＳ 明朝" panose="02020609040205080304" pitchFamily="17" charset="-128"/>
                          </a:rPr>
                          <m:t>𝑇</m:t>
                        </m:r>
                      </m:e>
                      <m:sub>
                        <m:r>
                          <a:rPr lang="en-US" altLang="ja-JP" sz="1350" i="1">
                            <a:latin typeface="Cambria Math" panose="02040503050406030204" pitchFamily="18" charset="0"/>
                            <a:ea typeface="ＭＳ 明朝" panose="02020609040205080304" pitchFamily="17" charset="-128"/>
                          </a:rPr>
                          <m:t>1</m:t>
                        </m:r>
                      </m:sub>
                    </m:sSub>
                  </m:oMath>
                </a14:m>
                <a:endParaRPr lang="ja-JP" altLang="en-US" sz="1350" dirty="0"/>
              </a:p>
            </p:txBody>
          </p:sp>
        </mc:Choice>
        <mc:Fallback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EFDCAF2B-CFD1-4ED4-BED4-E370D8114C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155" y="2231031"/>
                <a:ext cx="864917" cy="300082"/>
              </a:xfrm>
              <a:prstGeom prst="rect">
                <a:avLst/>
              </a:prstGeom>
              <a:blipFill>
                <a:blip r:embed="rId7"/>
                <a:stretch>
                  <a:fillRect l="-1408" t="-8163" b="-163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73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15</Words>
  <Application>Microsoft Office PowerPoint</Application>
  <PresentationFormat>画面に合わせる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ＭＳ 明朝</vt:lpstr>
      <vt:lpstr>游ゴシック</vt:lpstr>
      <vt:lpstr>游ゴシック Light</vt:lpstr>
      <vt:lpstr>Arial</vt:lpstr>
      <vt:lpstr>Calibri</vt:lpstr>
      <vt:lpstr>Calibri Light</vt:lpstr>
      <vt:lpstr>Cambria Math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Kamimura Motoki</dc:creator>
  <cp:lastModifiedBy>Kamimura Motoki</cp:lastModifiedBy>
  <cp:revision>13</cp:revision>
  <cp:lastPrinted>2018-07-10T14:35:47Z</cp:lastPrinted>
  <dcterms:created xsi:type="dcterms:W3CDTF">2018-07-10T14:06:31Z</dcterms:created>
  <dcterms:modified xsi:type="dcterms:W3CDTF">2018-07-10T14:39:05Z</dcterms:modified>
</cp:coreProperties>
</file>