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-174" y="-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64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268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38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474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9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6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534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401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16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64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44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06B5-885A-429B-93CC-AEE6E07B4032}" type="datetimeFigureOut">
              <a:rPr kumimoji="1" lang="ja-JP" altLang="en-US" smtClean="0"/>
              <a:t>2018/7/11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58EE6-14EC-4DA5-9912-486252D050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92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C5704F41-A376-494F-A90C-BA2DA9E83508}"/>
              </a:ext>
            </a:extLst>
          </p:cNvPr>
          <p:cNvSpPr/>
          <p:nvPr/>
        </p:nvSpPr>
        <p:spPr>
          <a:xfrm>
            <a:off x="726047" y="1342087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887599C-71AC-458C-840B-F97F0857D2A3}"/>
              </a:ext>
            </a:extLst>
          </p:cNvPr>
          <p:cNvSpPr/>
          <p:nvPr/>
        </p:nvSpPr>
        <p:spPr>
          <a:xfrm>
            <a:off x="2015097" y="1342087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DF963714-07F9-4F35-A2CA-1ABD7C4503B4}"/>
              </a:ext>
            </a:extLst>
          </p:cNvPr>
          <p:cNvSpPr/>
          <p:nvPr/>
        </p:nvSpPr>
        <p:spPr>
          <a:xfrm>
            <a:off x="726047" y="3528275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6D379A09-6906-4D9F-AF32-CF26DA6DAC3B}"/>
              </a:ext>
            </a:extLst>
          </p:cNvPr>
          <p:cNvSpPr/>
          <p:nvPr/>
        </p:nvSpPr>
        <p:spPr>
          <a:xfrm>
            <a:off x="2015097" y="3528275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976A59-06CC-41DA-968D-D6A7B5A0B89E}"/>
              </a:ext>
            </a:extLst>
          </p:cNvPr>
          <p:cNvSpPr/>
          <p:nvPr/>
        </p:nvSpPr>
        <p:spPr>
          <a:xfrm rot="5400000">
            <a:off x="1370572" y="2043762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62158A7-F43A-4119-9A9B-4DC5710194B1}"/>
              </a:ext>
            </a:extLst>
          </p:cNvPr>
          <p:cNvSpPr/>
          <p:nvPr/>
        </p:nvSpPr>
        <p:spPr>
          <a:xfrm rot="5400000">
            <a:off x="1370572" y="3002612"/>
            <a:ext cx="106250" cy="1062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ja-JP" altLang="en-US" sz="1350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23DBE2F-F226-4A6D-A8FD-0C5F7CA33618}"/>
              </a:ext>
            </a:extLst>
          </p:cNvPr>
          <p:cNvCxnSpPr>
            <a:stCxn id="4" idx="5"/>
            <a:endCxn id="9" idx="3"/>
          </p:cNvCxnSpPr>
          <p:nvPr/>
        </p:nvCxnSpPr>
        <p:spPr>
          <a:xfrm>
            <a:off x="816737" y="1432777"/>
            <a:ext cx="569395" cy="626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93C6750-5929-4FB6-BCD3-4F1BE68AF970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H="1">
            <a:off x="1461262" y="1432777"/>
            <a:ext cx="569395" cy="626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C438E54-8E4A-4049-88F4-86D42EF921BD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1423697" y="2150012"/>
            <a:ext cx="0" cy="852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F05F5E1-7BE0-4369-93AC-4C69372BE86E}"/>
              </a:ext>
            </a:extLst>
          </p:cNvPr>
          <p:cNvCxnSpPr>
            <a:cxnSpLocks/>
            <a:stCxn id="10" idx="5"/>
            <a:endCxn id="6" idx="7"/>
          </p:cNvCxnSpPr>
          <p:nvPr/>
        </p:nvCxnSpPr>
        <p:spPr>
          <a:xfrm flipH="1">
            <a:off x="816737" y="3093302"/>
            <a:ext cx="569395" cy="450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12207F0-5496-417C-9926-2B51E648EDDB}"/>
              </a:ext>
            </a:extLst>
          </p:cNvPr>
          <p:cNvCxnSpPr>
            <a:cxnSpLocks/>
            <a:stCxn id="10" idx="7"/>
            <a:endCxn id="7" idx="1"/>
          </p:cNvCxnSpPr>
          <p:nvPr/>
        </p:nvCxnSpPr>
        <p:spPr>
          <a:xfrm>
            <a:off x="1461262" y="3093302"/>
            <a:ext cx="569395" cy="4505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2C714A3-F372-4A8C-8F4E-06A93C380986}"/>
              </a:ext>
            </a:extLst>
          </p:cNvPr>
          <p:cNvSpPr/>
          <p:nvPr/>
        </p:nvSpPr>
        <p:spPr>
          <a:xfrm>
            <a:off x="2616862" y="2511546"/>
            <a:ext cx="129531" cy="1295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C988B8EA-AE2B-4442-B3AD-B4842E9F1E0E}"/>
              </a:ext>
            </a:extLst>
          </p:cNvPr>
          <p:cNvCxnSpPr>
            <a:cxnSpLocks/>
            <a:stCxn id="5" idx="5"/>
            <a:endCxn id="27" idx="0"/>
          </p:cNvCxnSpPr>
          <p:nvPr/>
        </p:nvCxnSpPr>
        <p:spPr>
          <a:xfrm>
            <a:off x="2105787" y="1432777"/>
            <a:ext cx="575841" cy="10787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7394FED-0574-4D81-8B81-AAB1F46EA3ED}"/>
              </a:ext>
            </a:extLst>
          </p:cNvPr>
          <p:cNvCxnSpPr>
            <a:cxnSpLocks/>
            <a:stCxn id="4" idx="5"/>
            <a:endCxn id="27" idx="1"/>
          </p:cNvCxnSpPr>
          <p:nvPr/>
        </p:nvCxnSpPr>
        <p:spPr>
          <a:xfrm>
            <a:off x="816737" y="1432777"/>
            <a:ext cx="1800125" cy="11435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7B134129-685A-48C1-A56E-73698B9F2A70}"/>
              </a:ext>
            </a:extLst>
          </p:cNvPr>
          <p:cNvCxnSpPr>
            <a:cxnSpLocks/>
            <a:stCxn id="6" idx="6"/>
            <a:endCxn id="27" idx="1"/>
          </p:cNvCxnSpPr>
          <p:nvPr/>
        </p:nvCxnSpPr>
        <p:spPr>
          <a:xfrm flipV="1">
            <a:off x="832297" y="2576312"/>
            <a:ext cx="1784565" cy="10050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63D5B6D-274D-400B-B7AE-4DAFC20CA104}"/>
              </a:ext>
            </a:extLst>
          </p:cNvPr>
          <p:cNvCxnSpPr>
            <a:cxnSpLocks/>
            <a:stCxn id="7" idx="7"/>
            <a:endCxn id="27" idx="2"/>
          </p:cNvCxnSpPr>
          <p:nvPr/>
        </p:nvCxnSpPr>
        <p:spPr>
          <a:xfrm flipV="1">
            <a:off x="2105787" y="2641077"/>
            <a:ext cx="575841" cy="9027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375AD64-9597-4378-AFEB-1B9E64395306}"/>
              </a:ext>
            </a:extLst>
          </p:cNvPr>
          <p:cNvCxnSpPr>
            <a:cxnSpLocks/>
            <a:stCxn id="9" idx="7"/>
            <a:endCxn id="27" idx="1"/>
          </p:cNvCxnSpPr>
          <p:nvPr/>
        </p:nvCxnSpPr>
        <p:spPr>
          <a:xfrm>
            <a:off x="1461262" y="2134452"/>
            <a:ext cx="1155600" cy="4418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2D92633-315D-4B0E-B641-1693BA021608}"/>
              </a:ext>
            </a:extLst>
          </p:cNvPr>
          <p:cNvCxnSpPr>
            <a:cxnSpLocks/>
            <a:stCxn id="10" idx="1"/>
            <a:endCxn id="27" idx="1"/>
          </p:cNvCxnSpPr>
          <p:nvPr/>
        </p:nvCxnSpPr>
        <p:spPr>
          <a:xfrm flipV="1">
            <a:off x="1461262" y="2576312"/>
            <a:ext cx="1155600" cy="4418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D6D29CD7-94A8-4E7E-839A-F4AD8F6C383E}"/>
                  </a:ext>
                </a:extLst>
              </p:cNvPr>
              <p:cNvSpPr txBox="1"/>
              <p:nvPr/>
            </p:nvSpPr>
            <p:spPr>
              <a:xfrm>
                <a:off x="991702" y="1873013"/>
                <a:ext cx="2348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D6D29CD7-94A8-4E7E-839A-F4AD8F6C3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02" y="1873013"/>
                <a:ext cx="234872" cy="276999"/>
              </a:xfrm>
              <a:prstGeom prst="rect">
                <a:avLst/>
              </a:prstGeom>
              <a:blipFill>
                <a:blip r:embed="rId2"/>
                <a:stretch>
                  <a:fillRect l="-26316" r="-7895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E14BC9F6-C7C8-4C06-ABD0-ACF12CA4DE3A}"/>
                  </a:ext>
                </a:extLst>
              </p:cNvPr>
              <p:cNvSpPr txBox="1"/>
              <p:nvPr/>
            </p:nvSpPr>
            <p:spPr>
              <a:xfrm>
                <a:off x="2813985" y="2576311"/>
                <a:ext cx="2295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E14BC9F6-C7C8-4C06-ABD0-ACF12CA4D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985" y="2576311"/>
                <a:ext cx="229550" cy="276999"/>
              </a:xfrm>
              <a:prstGeom prst="rect">
                <a:avLst/>
              </a:prstGeom>
              <a:blipFill>
                <a:blip r:embed="rId3"/>
                <a:stretch>
                  <a:fillRect l="-27027" r="-8108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1058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2</Words>
  <Application>Microsoft Office PowerPoint</Application>
  <PresentationFormat>画面に合わせる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游ゴシック</vt:lpstr>
      <vt:lpstr>游ゴシック Light</vt:lpstr>
      <vt:lpstr>Arial</vt:lpstr>
      <vt:lpstr>Calibri</vt:lpstr>
      <vt:lpstr>Calibri Light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Kamimura Motoki</dc:creator>
  <cp:lastModifiedBy>Kamimura Motoki</cp:lastModifiedBy>
  <cp:revision>2</cp:revision>
  <dcterms:created xsi:type="dcterms:W3CDTF">2018-07-11T09:12:18Z</dcterms:created>
  <dcterms:modified xsi:type="dcterms:W3CDTF">2018-07-11T09:18:02Z</dcterms:modified>
</cp:coreProperties>
</file>